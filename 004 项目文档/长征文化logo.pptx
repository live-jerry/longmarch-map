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  <p:sldId id="266" r:id="rId7"/>
    <p:sldId id="265" r:id="rId8"/>
    <p:sldId id="261" r:id="rId9"/>
    <p:sldId id="268" r:id="rId10"/>
    <p:sldId id="267" r:id="rId11"/>
    <p:sldId id="262" r:id="rId12"/>
    <p:sldId id="263" r:id="rId13"/>
    <p:sldId id="25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96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1CEAFA5-17AD-1AD8-14C5-13B87EC7C9A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8029" t="14420" r="9626" b="21890"/>
          <a:stretch/>
        </p:blipFill>
        <p:spPr>
          <a:xfrm>
            <a:off x="3368040" y="914399"/>
            <a:ext cx="6179820" cy="12192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CBDC47B-CA95-D449-33AD-E946E3AB86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24852"/>
            <a:ext cx="12192000" cy="240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081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7BF3979-2C47-4647-8414-A0FED5C47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322" y="1128798"/>
            <a:ext cx="2238095" cy="42380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6246090-9858-ABA8-BDDB-6A1B90FDD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662" y="1200226"/>
            <a:ext cx="2361905" cy="409523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596FE43-3BDB-AE3D-01C8-91E126DB21A8}"/>
              </a:ext>
            </a:extLst>
          </p:cNvPr>
          <p:cNvSpPr txBox="1"/>
          <p:nvPr/>
        </p:nvSpPr>
        <p:spPr>
          <a:xfrm>
            <a:off x="2035834" y="5598543"/>
            <a:ext cx="5391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点击留言管理前                    点击留言管理后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7463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306F283-CC56-5B4C-4593-DDF3304AB334}"/>
              </a:ext>
            </a:extLst>
          </p:cNvPr>
          <p:cNvSpPr/>
          <p:nvPr/>
        </p:nvSpPr>
        <p:spPr>
          <a:xfrm>
            <a:off x="1082040" y="640080"/>
            <a:ext cx="10645140" cy="54025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E152B13-20F5-28D5-8DAC-4BE6E53853F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500" r="1602" b="4626"/>
          <a:stretch/>
        </p:blipFill>
        <p:spPr>
          <a:xfrm>
            <a:off x="2179320" y="1955620"/>
            <a:ext cx="8397240" cy="2098220"/>
          </a:xfrm>
          <a:prstGeom prst="rect">
            <a:avLst/>
          </a:prstGeom>
          <a:effectLst>
            <a:glow rad="203200">
              <a:srgbClr val="FFC000">
                <a:alpha val="58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2825543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306F283-CC56-5B4C-4593-DDF3304AB334}"/>
              </a:ext>
            </a:extLst>
          </p:cNvPr>
          <p:cNvSpPr/>
          <p:nvPr/>
        </p:nvSpPr>
        <p:spPr>
          <a:xfrm>
            <a:off x="1082040" y="640080"/>
            <a:ext cx="10645140" cy="54025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E152B13-20F5-28D5-8DAC-4BE6E53853F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500" r="1602" b="4626"/>
          <a:stretch/>
        </p:blipFill>
        <p:spPr>
          <a:xfrm>
            <a:off x="2179320" y="1955620"/>
            <a:ext cx="8397240" cy="209822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25773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9F96B46-0B52-C13F-2408-DC1DA37018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56" b="21026"/>
          <a:stretch/>
        </p:blipFill>
        <p:spPr>
          <a:xfrm>
            <a:off x="2204943" y="4558352"/>
            <a:ext cx="8723809" cy="14534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46F0983-C72F-7436-CCA2-BD6B684AA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1" y="2821964"/>
            <a:ext cx="9918818" cy="104353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0964B58-FC9F-F44A-5C66-7AA5DC8573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4" t="13876" r="10056" b="24466"/>
          <a:stretch/>
        </p:blipFill>
        <p:spPr>
          <a:xfrm>
            <a:off x="996286" y="750626"/>
            <a:ext cx="10092519" cy="1917511"/>
          </a:xfrm>
          <a:prstGeom prst="rect">
            <a:avLst/>
          </a:prstGeom>
          <a:effectLst>
            <a:outerShdw blurRad="50800" dir="5400000" algn="ctr" rotWithShape="0">
              <a:srgbClr val="FFC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673128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9F96B46-0B52-C13F-2408-DC1DA37018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56" b="21026"/>
          <a:stretch/>
        </p:blipFill>
        <p:spPr>
          <a:xfrm>
            <a:off x="2239062" y="4189862"/>
            <a:ext cx="8723809" cy="14534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46F0983-C72F-7436-CCA2-BD6B684AA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055" y="2958443"/>
            <a:ext cx="5609231" cy="5901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3DCB07B-95B6-2B8E-A5D9-B28FAD0B1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067" y="989463"/>
            <a:ext cx="8809484" cy="196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56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9F96B46-0B52-C13F-2408-DC1DA37018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56" b="21026"/>
          <a:stretch/>
        </p:blipFill>
        <p:spPr>
          <a:xfrm>
            <a:off x="2239062" y="4189862"/>
            <a:ext cx="8723809" cy="14534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46F0983-C72F-7436-CCA2-BD6B684AA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98" y="2668138"/>
            <a:ext cx="5609231" cy="590132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5813E51-DFC0-CE35-FD5A-A444D80FF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516" y="1276065"/>
            <a:ext cx="7597871" cy="139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06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306F283-CC56-5B4C-4593-DDF3304AB334}"/>
              </a:ext>
            </a:extLst>
          </p:cNvPr>
          <p:cNvSpPr/>
          <p:nvPr/>
        </p:nvSpPr>
        <p:spPr>
          <a:xfrm>
            <a:off x="1095375" y="668655"/>
            <a:ext cx="10645140" cy="54025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F948005-D813-F284-AFAB-51A90DF670C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85248" y="1957867"/>
            <a:ext cx="10103892" cy="2740853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605705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306F283-CC56-5B4C-4593-DDF3304AB334}"/>
              </a:ext>
            </a:extLst>
          </p:cNvPr>
          <p:cNvSpPr/>
          <p:nvPr/>
        </p:nvSpPr>
        <p:spPr>
          <a:xfrm>
            <a:off x="1095375" y="668655"/>
            <a:ext cx="10645140" cy="54025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0010B3F-8647-DD58-9B0C-8ADC88ACF12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81821" y="1991419"/>
            <a:ext cx="10072247" cy="275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22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306F283-CC56-5B4C-4593-DDF3304AB334}"/>
              </a:ext>
            </a:extLst>
          </p:cNvPr>
          <p:cNvSpPr/>
          <p:nvPr/>
        </p:nvSpPr>
        <p:spPr>
          <a:xfrm>
            <a:off x="1095375" y="668655"/>
            <a:ext cx="10645140" cy="54025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97C364-E44D-7D8B-4F90-140B2BF7E75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26441" y="2266979"/>
            <a:ext cx="9643777" cy="250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774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306F283-CC56-5B4C-4593-DDF3304AB334}"/>
              </a:ext>
            </a:extLst>
          </p:cNvPr>
          <p:cNvSpPr/>
          <p:nvPr/>
        </p:nvSpPr>
        <p:spPr>
          <a:xfrm>
            <a:off x="1095375" y="668655"/>
            <a:ext cx="10645140" cy="54025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A2BC02-A52B-E6A0-081E-FF5ECE5B34D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5367" y="1719618"/>
            <a:ext cx="9368114" cy="270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634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306F283-CC56-5B4C-4593-DDF3304AB334}"/>
              </a:ext>
            </a:extLst>
          </p:cNvPr>
          <p:cNvSpPr/>
          <p:nvPr/>
        </p:nvSpPr>
        <p:spPr>
          <a:xfrm>
            <a:off x="1095375" y="668655"/>
            <a:ext cx="10645140" cy="54025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F96B46-0B52-C13F-2408-DC1DA370188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256" b="21026"/>
          <a:stretch/>
        </p:blipFill>
        <p:spPr>
          <a:xfrm>
            <a:off x="2225414" y="2361062"/>
            <a:ext cx="8723809" cy="145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49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306F283-CC56-5B4C-4593-DDF3304AB334}"/>
              </a:ext>
            </a:extLst>
          </p:cNvPr>
          <p:cNvSpPr/>
          <p:nvPr/>
        </p:nvSpPr>
        <p:spPr>
          <a:xfrm>
            <a:off x="1082040" y="640080"/>
            <a:ext cx="10645140" cy="54025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E2A3F1-C918-EC33-9AF5-252697EC7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672" y="2533650"/>
            <a:ext cx="1457800" cy="113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874977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10120</TotalTime>
  <Words>8</Words>
  <Application>Microsoft Office PowerPoint</Application>
  <PresentationFormat>宽屏</PresentationFormat>
  <Paragraphs>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Rolinks</dc:creator>
  <cp:lastModifiedBy>yuanbo wu</cp:lastModifiedBy>
  <cp:revision>9</cp:revision>
  <dcterms:created xsi:type="dcterms:W3CDTF">2023-08-09T12:44:00Z</dcterms:created>
  <dcterms:modified xsi:type="dcterms:W3CDTF">2026-07-31T07:52:10Z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